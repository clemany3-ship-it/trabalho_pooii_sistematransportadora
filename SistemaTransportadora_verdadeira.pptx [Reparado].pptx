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58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smtClean="0"/>
              <a:t>Faça clique para editar o estilo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03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453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887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73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46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10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301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928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07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062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47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826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671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64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027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037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586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995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928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157632"/>
            <a:ext cx="4572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572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3" name="Shape 1"/>
          <p:cNvSpPr/>
          <p:nvPr/>
        </p:nvSpPr>
        <p:spPr>
          <a:xfrm>
            <a:off x="173736" y="105752"/>
            <a:ext cx="8979408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2"/>
          <p:cNvSpPr/>
          <p:nvPr/>
        </p:nvSpPr>
        <p:spPr>
          <a:xfrm>
            <a:off x="320040" y="1697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·  Engenharia Informática</a:t>
            </a:r>
            <a:endParaRPr lang="en-US" sz="1100" dirty="0"/>
          </a:p>
        </p:txBody>
      </p:sp>
      <p:sp>
        <p:nvSpPr>
          <p:cNvPr id="15" name="Text 4"/>
          <p:cNvSpPr/>
          <p:nvPr/>
        </p:nvSpPr>
        <p:spPr>
          <a:xfrm>
            <a:off x="457200" y="13127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Gestão de</a:t>
            </a:r>
            <a:endParaRPr lang="en-US" sz="3600" dirty="0"/>
          </a:p>
        </p:txBody>
      </p:sp>
      <p:sp>
        <p:nvSpPr>
          <p:cNvPr id="16" name="Text 5"/>
          <p:cNvSpPr/>
          <p:nvPr/>
        </p:nvSpPr>
        <p:spPr>
          <a:xfrm>
            <a:off x="457200" y="2044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Transportadora</a:t>
            </a:r>
            <a:endParaRPr lang="en-US" sz="4200" dirty="0"/>
          </a:p>
        </p:txBody>
      </p:sp>
      <p:sp>
        <p:nvSpPr>
          <p:cNvPr id="17" name="Text 7"/>
          <p:cNvSpPr/>
          <p:nvPr/>
        </p:nvSpPr>
        <p:spPr>
          <a:xfrm>
            <a:off x="457200" y="318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0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P7  </a:t>
            </a:r>
            <a:r>
              <a:rPr lang="en-US" sz="1300" dirty="0">
                <a:solidFill>
                  <a:srgbClr val="A0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3.º Ano  ·  Turma Única  ·  Período Manhã</a:t>
            </a:r>
            <a:endParaRPr lang="en-US" sz="1300" dirty="0"/>
          </a:p>
        </p:txBody>
      </p:sp>
      <p:sp>
        <p:nvSpPr>
          <p:cNvPr id="18" name="Text 8"/>
          <p:cNvSpPr/>
          <p:nvPr/>
        </p:nvSpPr>
        <p:spPr>
          <a:xfrm>
            <a:off x="457200" y="366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Arnano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Quiesse M. Mavinga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457200" y="3937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Clemente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Dinis José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457200" y="42296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Diakubikua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</a:t>
            </a:r>
            <a:endParaRPr lang="en-US" sz="1200" dirty="0"/>
          </a:p>
        </p:txBody>
      </p:sp>
      <p:sp>
        <p:nvSpPr>
          <p:cNvPr id="21" name="Text 11"/>
          <p:cNvSpPr/>
          <p:nvPr/>
        </p:nvSpPr>
        <p:spPr>
          <a:xfrm>
            <a:off x="45720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Joaquim João Nsaku Ventura, MSc.  ·  20 de Maio</a:t>
            </a:r>
            <a:endParaRPr lang="en-US" sz="1000" dirty="0"/>
          </a:p>
        </p:txBody>
      </p:sp>
      <p:sp>
        <p:nvSpPr>
          <p:cNvPr id="22" name="Text 3"/>
          <p:cNvSpPr/>
          <p:nvPr/>
        </p:nvSpPr>
        <p:spPr>
          <a:xfrm>
            <a:off x="320040" y="56692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0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 a Objectos II  —  Ano Lectivo 2025/2026</a:t>
            </a:r>
            <a:endParaRPr lang="en-US" sz="1000" dirty="0"/>
          </a:p>
        </p:txBody>
      </p:sp>
      <p:pic>
        <p:nvPicPr>
          <p:cNvPr id="23" name="Imagem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446" y="156640"/>
            <a:ext cx="1431234" cy="94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Sistema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Projeto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 Repositórios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502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097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e Lógica de Negócio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502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 Personalizadas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502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502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  <p:bldP spid="18" grpId="0" animBg="1"/>
      <p:bldP spid="21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Visão Geral do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Transportadora é uma aplicação de consola em C# para a gestão completa de uma empresa de transporte, permitindo registar e controlar veículos, motoristas, rotas e viagens com validação de regras de negócio.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48840"/>
            <a:ext cx="1965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Veículos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Registo, consulta e gestão de estado (Disponível / Em Viagem / Em Manutenção)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14884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2148840"/>
            <a:ext cx="19659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Motoristas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categoria de carta e controlo de estado ativo/inativo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148840"/>
            <a:ext cx="1965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Rotas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rotas com origem, destino e distância em km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214884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2148840"/>
            <a:ext cx="19659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Viagens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início, conclusão e cancelamento com cálculo de custo automático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25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 animBg="1"/>
      <p:bldP spid="17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Arquitetura do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Program.cs  </a:t>
            </a:r>
            <a:r>
              <a:rPr lang="en-US" sz="1100" dirty="0">
                <a:solidFill>
                  <a:srgbClr val="CADCFC"/>
                </a:solidFill>
              </a:rPr>
              <a:t>Interface de utilizador (menu consola)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60020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94360" y="1737360"/>
            <a:ext cx="79552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Services  </a:t>
            </a:r>
            <a:r>
              <a:rPr lang="en-US" sz="1100" dirty="0">
                <a:solidFill>
                  <a:srgbClr val="CADCFC"/>
                </a:solidFill>
              </a:rPr>
              <a:t>Lógica de negócio — ViagemService, VeiculoService, MotoristaService, RotaService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749808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Repositories  </a:t>
            </a:r>
            <a:r>
              <a:rPr lang="en-US" sz="1100" dirty="0">
                <a:solidFill>
                  <a:srgbClr val="CADCFC"/>
                </a:solidFill>
              </a:rPr>
              <a:t>Acesso a dados — RepositoryBase&lt;T&gt;, repos específicos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31546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51560" y="3291840"/>
            <a:ext cx="7040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34440" y="3291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Models  </a:t>
            </a:r>
            <a:r>
              <a:rPr lang="en-US" sz="1100" dirty="0">
                <a:solidFill>
                  <a:srgbClr val="CADCFC"/>
                </a:solidFill>
              </a:rPr>
              <a:t>Entidades — Veiculo, Motorista, Rota, Viagem, Manutencao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393192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280160" y="4069080"/>
            <a:ext cx="65836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4069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Interfaces + Exceptions + Utils  </a:t>
            </a:r>
            <a:r>
              <a:rPr lang="en-US" sz="1100" dirty="0">
                <a:solidFill>
                  <a:srgbClr val="CADCFC"/>
                </a:solidFill>
              </a:rPr>
              <a:t>IRepositorio&lt;T&gt;, IRegistavel, Exceções, Validador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Modelos de Dados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Veiculo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 (string)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(TipoVeiculo enum)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(int, kg)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(EstadoVeiculo enum)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ConsumoPorKm (double)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1148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Motorista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(string)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NumeroCarta (string)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CategoriaCarta (string)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EstadoActivo (bool)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08960"/>
            <a:ext cx="41148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08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Rota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(string)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(string)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(string)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DistanciaKm (double)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0896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108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Viagem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5661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(string)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DataViagem (DateTime)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Veiculo + Motorista + Rota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CustoTotal (calculado auto)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(EstadoViagem enum)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Interfaces e Repositórios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9319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Interfaces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566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IRegistavel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ObterCodigo() → string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MostrarDados() → string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IRepositorio&lt;T&gt;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Adicionar(T item)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ObterPorCodigo(string) → 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ObterTodos() → List&lt;T&gt;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Remover(string codigo)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960120"/>
            <a:ext cx="393192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Repositórios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566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RepositoryBase&lt;T&gt;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 IRepositorio&lt;T&gt;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Lista interna com CRUD genérico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Repositórios específicos: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VeiculoRepository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MotoristaRepository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RotaRepository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ViagemRepository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ManutencaoRepository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Serviços e Lógica de Negócio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ViagemService  —  serviço principal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Agendar(viagem)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valida veículo disponível e motorista ativo, reserva o veículo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Iniciar(codigo)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muda estado de Agendada → EmCurso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Concluir(codigo)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conclui a viagem e liberta o veículo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Cancelar(codigo)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cancela e remove, liberta o veículo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971800"/>
            <a:ext cx="27432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VeiculoService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ObterPorMatricula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ListarTodos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(bloqueia se em viagem)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AlterarEstado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971800"/>
            <a:ext cx="27432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MotoristaService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40156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ObterPorCarta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ListarTodos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/ Inabilitar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971800"/>
            <a:ext cx="27432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RotaService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340156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ObterPorCodigo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ListarTodas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Exceções Personalizadas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914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VeiculoIndisponivelException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 veículo não está disponível para viagem."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0789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agendar uma viagem com veículo não disponível, ou tentar removê-lo em viagem.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93392"/>
            <a:ext cx="914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39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MotoristaInabilitadoException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04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 motorista está inabilitado e não pode conduzir."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0665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agendar viagem com motorista com EstadoActivo = false.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80944"/>
            <a:ext cx="914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266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RegistoDuplicadoException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924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"Já existe um registo com este código."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05409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tentar adicionar um item com código já existente no repositório.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68496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68496"/>
            <a:ext cx="914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14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RotaNaoEncontradaException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79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"Rota não encontrada no sistema."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0416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agendar viagem com rota inválida ou inexistente.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  <p:bldP spid="16" grpId="0" animBg="1"/>
      <p:bldP spid="17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Diagrama de Classes (Simplificado)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54072" y="91440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0" y="914400"/>
            <a:ext cx="21945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«interface»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IRegistavel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91440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0" y="914400"/>
            <a:ext cx="22860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«interface»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IRepositorio&lt;T&gt;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103120"/>
            <a:ext cx="1554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Veiculo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2103120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20240" y="2103120"/>
            <a:ext cx="1554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Motorista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2103120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2103120"/>
            <a:ext cx="1554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2103120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2103120"/>
            <a:ext cx="1554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Viagem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10312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2103120"/>
            <a:ext cx="19202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103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Manutencao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324612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0" y="3246120"/>
            <a:ext cx="36576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RepositoryBase&lt;T&gt;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434340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4343400"/>
            <a:ext cx="192024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343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VeiculoService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434340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0" y="4343400"/>
            <a:ext cx="192024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4343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MotoristaService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0" y="434340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9120" y="4343400"/>
            <a:ext cx="16459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4343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RotaService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434340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4343400"/>
            <a:ext cx="201168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ViagemService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V="1">
            <a:off x="960120" y="1353312"/>
            <a:ext cx="2514600" cy="74980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flipV="1">
            <a:off x="2662085" y="1554480"/>
            <a:ext cx="995515" cy="54863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flipH="1">
            <a:off x="4457699" y="1554480"/>
            <a:ext cx="124625" cy="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989320" y="210312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818120" y="210312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 flipV="1">
            <a:off x="6400800" y="1554480"/>
            <a:ext cx="513244" cy="1892809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V="1">
            <a:off x="1143000" y="3931920"/>
            <a:ext cx="2249129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V="1">
            <a:off x="3246120" y="3931920"/>
            <a:ext cx="721196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212080" y="434340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7223760" y="434340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0" name="Shape 40"/>
          <p:cNvSpPr/>
          <p:nvPr/>
        </p:nvSpPr>
        <p:spPr>
          <a:xfrm>
            <a:off x="5359564" y="1554480"/>
            <a:ext cx="2405462" cy="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1" name="Shape 40"/>
          <p:cNvSpPr/>
          <p:nvPr/>
        </p:nvSpPr>
        <p:spPr>
          <a:xfrm>
            <a:off x="4977579" y="1554480"/>
            <a:ext cx="587723" cy="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2" name="Shape 45"/>
          <p:cNvSpPr/>
          <p:nvPr/>
        </p:nvSpPr>
        <p:spPr>
          <a:xfrm flipH="1" flipV="1">
            <a:off x="4549876" y="3895344"/>
            <a:ext cx="681375" cy="448056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3" name="Shape 45"/>
          <p:cNvSpPr/>
          <p:nvPr/>
        </p:nvSpPr>
        <p:spPr>
          <a:xfrm flipH="1" flipV="1">
            <a:off x="4992328" y="3931920"/>
            <a:ext cx="1774231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Conclusão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Aplicadas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responsabilidades em camadas (Models, Services, Repositories)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interfaces genéricas (IRepositorio&lt;T&gt;, IRegistavel) para extensibilidade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com propriedades validadas em todos os modelos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 personalizadas para erros de negócio claros e rastreáveis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negócio centralizada nos serviços, facilitando manutenção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50</TotalTime>
  <Words>638</Words>
  <Application>Microsoft Office PowerPoint</Application>
  <PresentationFormat>Apresentação no Ecrã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Tw Cen MT</vt:lpstr>
      <vt:lpstr>Circuito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Transportadora</dc:title>
  <dc:subject>PptxGenJS Presentation</dc:subject>
  <dc:creator>PptxGenJS</dc:creator>
  <cp:lastModifiedBy>TODO PODEROSO</cp:lastModifiedBy>
  <cp:revision>8</cp:revision>
  <dcterms:created xsi:type="dcterms:W3CDTF">2026-06-03T09:21:14Z</dcterms:created>
  <dcterms:modified xsi:type="dcterms:W3CDTF">2026-06-03T10:26:13Z</dcterms:modified>
</cp:coreProperties>
</file>